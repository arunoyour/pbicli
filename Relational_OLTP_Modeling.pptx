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377440" cy="23774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/ OLTP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guide to how everyday transactions are stored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8229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non-technical readers  •  Concepts, analogies &amp;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OLTP?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bank teller — precise, one transaction at a time.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stands for “Online Transaction Processing.” It's the technology behind the everyday systems that run a business minute by minute — placing an order, updating an address, withdrawing cash, booking a seat. Each action is small, fast, and needs to be exactly right — there's no room for error.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0" y="21945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“Buy”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95160" y="2651760"/>
            <a:ext cx="59436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89520" y="19659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9659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41080" y="3337560"/>
            <a:ext cx="0" cy="50292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52360" y="38404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3840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&amp; safely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OLTP is built the way it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serves one goal: handle one transaction, correctly, right now.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8516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384048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690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record is created, read, updated, or deleted in a split second.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2240280"/>
            <a:ext cx="822960" cy="82296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56007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9768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384048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0690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is stored exactly once, so there's nothing to contradict.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9740" y="224028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934974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4672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869680" y="384048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0690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fails mid-transaction, nothing is left half-done.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rule: don't repeat yourself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“normalization” — each fact is stored in exactly one place.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DED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table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51760"/>
          <a:ext cx="4663440" cy="155448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6C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priya@mail.com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priya@mail.com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priya@mail.com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44348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email repeated 3 times — if it changes, you must fix every row, or data disagrees.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AF3EC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22376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tables</a:t>
            </a:r>
            <a:endParaRPr lang="en-US" sz="17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651760"/>
          <a:ext cx="4663440" cy="77724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C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priya@mail.com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566160"/>
          <a:ext cx="4663440" cy="137160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C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C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662940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email once, in one place — every order still points to the right customer.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real OLTP schema looks like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store: customers place orders made up of individual items.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108960" y="2286000"/>
            <a:ext cx="68580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2743200"/>
            <a:ext cx="0" cy="64008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3840480"/>
            <a:ext cx="68580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743200"/>
            <a:ext cx="0" cy="64008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3408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name, email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18288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31920" y="23408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customer_id, date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94760" y="33832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931920" y="3895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product_id, qty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3895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name, price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has one job. “Keys” (like customer_id) link the tables together instead of copying 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1737360"/>
            <a:ext cx="4892040" cy="3840480"/>
          </a:xfrm>
          <a:prstGeom prst="roundRect">
            <a:avLst>
              <a:gd name="adj" fmla="val 2381"/>
            </a:avLst>
          </a:prstGeom>
          <a:solidFill>
            <a:srgbClr val="F7F1E3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it up?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2423160"/>
            <a:ext cx="4251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can place many orders — their info is stored once, not copied per order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can include many products — the “Order Item” table handles that many-to-many link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product's price changes it everywhere instantly, with zero risk of missing a row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ACID: the promise behind every transaction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guarantees that make OLTP systems trustworthy.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3749040"/>
            <a:ext cx="169164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93192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All-or-nothing. A money transfer either fully completes or doesn't happen at all — never half-way.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8745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7972" y="219456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7972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02152" y="3063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67912" y="3749040"/>
            <a:ext cx="169164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93192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leaves the data in a valid state — rules and balances always add up.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8745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10044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210044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64224" y="3063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29984" y="3749040"/>
            <a:ext cx="169164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93192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booking the last seat at once won't collide — transactions don't interfere with each other.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34856" y="18745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72116" y="2194560"/>
            <a:ext cx="731520" cy="731520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7211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26296" y="3063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92056" y="3749040"/>
            <a:ext cx="169164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36024" y="393192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confirmed, it's saved for good — even if the power goes out a second later.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 vs. a data warehouse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company, two very different jobs.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3192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480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business right now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the business over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— no repeated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Denormalized — built for fast reading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query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“Update this one order”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“Total sales by region, last 3 years”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Cashiers, apps, customers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Analysts, executives, dashboards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 is everywhere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an action happens “right now,” an OLTP system is behind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8516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 Withdrawal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388620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690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your balance, deducts the amount, and dispenses cash — all as one all-or-nothing step.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224028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56007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91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Checkout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20640" y="388620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0690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stock, charges your card, and creates the order record in one safe transaction.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974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34974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13816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Booking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69680" y="388620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0690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 seat the instant you confirm, so two people can never be sold the same one.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OLTP hits its limits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at one transaction at a time — not built for looking back across millions of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it: “What were total sales by region for the last 3 years?”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that, OLTP has to join many small tables across millions of individual transaction records — the same structure that makes single updates lightning-fast makes broad, historical questions painfully slow.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EAF3E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copy the data into a data warehouse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systems keep running the business, untouched. Meanwhile, that same data is regularly copied and reshaped into a warehouse — using Kimball, Inmon, or Data Vault — which is built specifically for fast answers to big, historical questions.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8229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6733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runs the business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technology behind everyday actions — orders, payments, bookings — handled instantly.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= no repeats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08760" y="291693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lives in exactly one table, so updates are fast, safe, and never contradict each other.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478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465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keeps it trustworthy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08760" y="3813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Consistency, Isolation, and Durability guarantee transactions never end up half-done.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44398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3616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for big analysis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47091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structure that makes single updates fast makes broad historical questions slow.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340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warehouses are for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08760" y="5605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data gets reshaped into a warehouse so analysts can ask big questions fast.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OLTP Data Modeling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2026-09-10T04:23:02Z</dcterms:created>
  <dcterms:modified xsi:type="dcterms:W3CDTF">2026-09-10T04:23:02Z</dcterms:modified>
</cp:coreProperties>
</file>