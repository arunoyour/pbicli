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 MIGRATION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212850"/>
            <a:ext cx="981075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 SQL Warehouse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12800" y="3422650"/>
            <a:ext cx="784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6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Approaches, trade-offs, and a recommendation — SQL Warehouse vs. Notebook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5835650"/>
            <a:ext cx="2291015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A0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Prepared for Engineering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0127" y="5835650"/>
            <a:ext cx="120987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A0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6351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923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3150" y="2178050"/>
            <a:ext cx="4800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4955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stored procedure isn't a drop-in 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775" y="16351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18923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7950" y="2178050"/>
            <a:ext cx="4800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Migration approaches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7950" y="24955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ways to land the logic on Databricks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1718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3150" y="34290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3150" y="3714750"/>
            <a:ext cx="4800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Warehouse vs. Notebook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3150" y="40322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Head-to-head advantages and disadvantages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0775" y="31718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7950" y="34290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7950" y="3714750"/>
            <a:ext cx="4800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and next steps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7950" y="403225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per use case, and what to do next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isn't a 1:1 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1150"/>
            <a:ext cx="502310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T-SQL or PL/SQL stored procedure typically leans on things a SQL warehouse doesn't give you the same way: procedural control flow, session state, and row-by-row logic.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2470150"/>
            <a:ext cx="5023104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Loops, cursors, and IF/WHILE branching</a:t>
            </a:r>
            <a:endParaRPr lang="en-US" sz="12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 variables and temp tables across steps</a:t>
            </a:r>
            <a:endParaRPr lang="en-US" sz="12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transactions (BEGIN / COMMIT / ROLLBACK)</a:t>
            </a:r>
            <a:endParaRPr lang="en-US" sz="12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 handling (TRY/CATCH) and dynamic SQL</a:t>
            </a:r>
            <a:endParaRPr lang="en-US" sz="125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Scheduling built into the procedure call itself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94400" y="1581150"/>
            <a:ext cx="5384800" cy="2159000"/>
          </a:xfrm>
          <a:prstGeom prst="roundRect">
            <a:avLst>
              <a:gd name="adj" fmla="val 4706"/>
            </a:avLst>
          </a:prstGeom>
          <a:solidFill>
            <a:srgbClr val="12202B"/>
          </a:solidFill>
          <a:ln/>
        </p:spPr>
      </p:sp>
      <p:sp>
        <p:nvSpPr>
          <p:cNvPr id="6" name="Text 4"/>
          <p:cNvSpPr/>
          <p:nvPr/>
        </p:nvSpPr>
        <p:spPr>
          <a:xfrm>
            <a:off x="6248400" y="2085975"/>
            <a:ext cx="502310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400" y="2397125"/>
            <a:ext cx="502310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logic has to be re-expressed, not just re-pointed — the question is which Databricks construct re-expresses it best.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migration approaches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79550"/>
          <a:ext cx="10566400" cy="2672060"/>
        </p:xfrm>
        <a:graphic>
          <a:graphicData uri="http://schemas.openxmlformats.org/drawingml/2006/table">
            <a:tbl>
              <a:tblPr/>
              <a:tblGrid>
                <a:gridCol w="2113280"/>
                <a:gridCol w="3381248"/>
                <a:gridCol w="2535936"/>
                <a:gridCol w="2535936"/>
              </a:tblGrid>
              <a:tr h="38606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Approach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is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Orchestration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for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Warehouse (SQL scripting)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Multi-statement SQL with variables and loops, run on a serverless or pro SQL Warehouse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Workflows SQL task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Analyst-owned, mostly-SQL logic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Databricks Notebook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PySpark/SQL notebook on a job cluster, full procedural language available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Workflows notebook task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Complex control flow, mixed SQL and Python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dbt model(s)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Procedure decomposed into versioned, tested SQL models with explicit lineage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dbt Cloud or Workflows dbt task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Teams standardizing on analytics engineering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Lakeflow Declarative Pipelines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Procedure re-modeled as declarative tables with built-in quality checks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Managed pipeline runtime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Incremental, quality-gated pipelines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APPROACH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3150"/>
            <a:ext cx="108833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Databricks SQL Warehouse (SQL scripting)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191135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E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222500"/>
            <a:ext cx="4853051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Familiar to SQL and BI teams — minimal re-skilling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directly on a serverless or pro SQL Warehouse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multi-statement scripting: variables, loops, conditionals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operational surface — no cluster or notebook to manage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Easy to expose via BI tools and SQL clients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0775" y="1679575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191135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32550" y="2222500"/>
            <a:ext cx="4853051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Python or Scala interop for complex transforms or ML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Weaker unit testing and version-control ergonomics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 external API and file-system access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scripting is newer — fewer patterns and tooling than notebooks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Harder to parameterize deeply nested procedural logic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APPROACH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3150"/>
            <a:ext cx="108833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Databricks Notebook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5975" y="1679575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191135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6E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222500"/>
            <a:ext cx="4853051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procedural language — Python, Scala and SQL in one place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for complex branching, loops, and error handling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Rich ecosystem: libraries, ML, external APIs, file I/O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 git and CI/CD support via Repos and notebook-as-code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Easier unit testing with modular functions and pytest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00775" y="1679575"/>
            <a:ext cx="5175250" cy="1885950"/>
          </a:xfrm>
          <a:prstGeom prst="roundRect">
            <a:avLst>
              <a:gd name="adj" fmla="val 521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1911350"/>
            <a:ext cx="485305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32550" y="2222500"/>
            <a:ext cx="4853051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Needs a job or all-purpose cluster — costlier for simple SQL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Steeper learning curve for SQL-only analysts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Notebook sprawl and weaker governance without discipline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Overkill when the logic is genuinely just SQL</a:t>
            </a:r>
            <a:endParaRPr lang="en-US" sz="1150" dirty="0"/>
          </a:p>
          <a:p>
            <a:pPr algn="l" marL="342900" indent="-342900">
              <a:lnSpc>
                <a:spcPts val="1783"/>
              </a:lnSpc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 start-up time adds latency to short jobs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Warehouse vs. Notebook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397000"/>
          <a:ext cx="10566400" cy="2971800"/>
        </p:xfrm>
        <a:graphic>
          <a:graphicData uri="http://schemas.openxmlformats.org/drawingml/2006/table">
            <a:tbl>
              <a:tblPr/>
              <a:tblGrid>
                <a:gridCol w="2747264"/>
                <a:gridCol w="3909568"/>
                <a:gridCol w="3909568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Criteria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Warehouse (SQL scripting)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Notebook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Skillset required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only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plus Python or Scala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Compute model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Serverless or pro SQL Warehouse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All-purpose or job cluster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Procedural logic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Basic scripting — variables, loops, IF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Full language, any complexity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for pure SQL jobs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Lower — auto-scales, no idle cluster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Higher — cluster start-up overhead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External integration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Limited — SQL and UDFs only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Native — APIs, files, ML libraries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 control and CI/CD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Workable, less mature tooling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Mature — Repos, notebook-as-code, pytest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Operational overhead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Lowest — nothing to manage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Higher — cluster configs and libraries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fit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Reporting and ELT logic, analyst-owned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4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Complex ETL, ML-adjacent, heavy branching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01600" marR="101600" marT="69850" marB="6985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2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approach, when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22400"/>
          <a:ext cx="10566400" cy="2942034"/>
        </p:xfrm>
        <a:graphic>
          <a:graphicData uri="http://schemas.openxmlformats.org/drawingml/2006/table">
            <a:tbl>
              <a:tblPr/>
              <a:tblGrid>
                <a:gridCol w="5917184"/>
                <a:gridCol w="4649216"/>
              </a:tblGrid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Scenario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7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Recommended approach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4"/>
                    </a:solidFill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Pure SQL, analyst-owned, simple transforms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Warehouse (SQL scripting)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Heavy procedural logic, loops, custom error handling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Notebook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Needs ML scoring, external APIs, custom Python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Notebook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Team wants tested, versioned, lineage-tracked SQL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dbt on Databricks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Incremental or streaming with data-quality gates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Lakeflow Declarative Pipelines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91"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Cost-sensitive, bursty, ad hoc SQL jobs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 Warehouse (serverless)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2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3950"/>
            <a:ext cx="981075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to the SQL Warehouse for SQL-shaped logic; reach for a Notebook only where the procedure truly needs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2800" y="2216150"/>
            <a:ext cx="3420467" cy="1098550"/>
          </a:xfrm>
          <a:prstGeom prst="roundRect">
            <a:avLst>
              <a:gd name="adj" fmla="val 9249"/>
            </a:avLst>
          </a:prstGeom>
          <a:solidFill>
            <a:srgbClr val="1B2A38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419350"/>
            <a:ext cx="310448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692400"/>
            <a:ext cx="310448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Inventory each procedure's control flow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5667" y="2216150"/>
            <a:ext cx="3420566" cy="1098550"/>
          </a:xfrm>
          <a:prstGeom prst="roundRect">
            <a:avLst>
              <a:gd name="adj" fmla="val 9249"/>
            </a:avLst>
          </a:prstGeom>
          <a:solidFill>
            <a:srgbClr val="1B2A38"/>
          </a:solidFill>
          <a:ln/>
        </p:spPr>
      </p:sp>
      <p:sp>
        <p:nvSpPr>
          <p:cNvPr id="8" name="Text 6"/>
          <p:cNvSpPr/>
          <p:nvPr/>
        </p:nvSpPr>
        <p:spPr>
          <a:xfrm>
            <a:off x="4588867" y="2419350"/>
            <a:ext cx="31045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88867" y="2692400"/>
            <a:ext cx="310459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Classify each as SQL-shaped, procedural, or pipeline-shaped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8634" y="2216150"/>
            <a:ext cx="3420467" cy="1098550"/>
          </a:xfrm>
          <a:prstGeom prst="roundRect">
            <a:avLst>
              <a:gd name="adj" fmla="val 9249"/>
            </a:avLst>
          </a:prstGeom>
          <a:solidFill>
            <a:srgbClr val="1B2A38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34" y="2419350"/>
            <a:ext cx="310448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61834" y="2692400"/>
            <a:ext cx="310448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 one procedure per approach, then standardize on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42050"/>
            <a:ext cx="328762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A0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Migrating SQL Stored Procedures to Databricks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87720" y="6242050"/>
            <a:ext cx="1422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CA0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Migrating SQL Stored Procedures to Databricks SQL Warehouse</dc:title>
  <dc:subject>PptxGenJS Presentation</dc:subject>
  <dc:creator>PptxGenJS</dc:creator>
  <cp:lastModifiedBy>PptxGenJS</cp:lastModifiedBy>
  <cp:revision>1</cp:revision>
  <dcterms:created xsi:type="dcterms:W3CDTF">2026-09-22T05:14:19Z</dcterms:created>
  <dcterms:modified xsi:type="dcterms:W3CDTF">2026-09-22T05:14:19Z</dcterms:modified>
</cp:coreProperties>
</file>