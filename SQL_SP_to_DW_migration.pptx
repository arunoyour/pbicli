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1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1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Stored Procedure → SQL DW Migration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 pipeline powering the 7-Eleven report</a:t>
            </a:r>
            <a:endParaRPr lang="en-US" sz="1500" dirty="0"/>
          </a:p>
        </p:txBody>
      </p:sp>
      <p:pic>
        <p:nvPicPr>
          <p:cNvPr id="4" name="Image 0" descr="/tmp/claude-0/-home-claude/8ce9547a-5fb9-582a-9850-9e5bbb525687/scratchpad/ppt/icon_databri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3200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46920" y="850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1371600" cy="2651760"/>
          </a:xfrm>
          <a:prstGeom prst="roundRect">
            <a:avLst>
              <a:gd name="adj" fmla="val 6667"/>
            </a:avLst>
          </a:prstGeom>
          <a:solidFill>
            <a:srgbClr val="F7F5F2"/>
          </a:solidFill>
          <a:ln w="12700">
            <a:solidFill>
              <a:srgbClr val="1B3139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59536" y="2185416"/>
            <a:ext cx="566928" cy="566928"/>
          </a:xfrm>
          <a:prstGeom prst="ellipse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</p:sp>
      <p:pic>
        <p:nvPicPr>
          <p:cNvPr id="8" name="Image 1" descr="/tmp/claude-0/-home-claude/8ce9547a-5fb9-582a-9850-9e5bbb525687/scratchpad/ppt/icon_a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95" y="2312975"/>
            <a:ext cx="311810" cy="31181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320040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feed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901952" y="3182112"/>
            <a:ext cx="365760" cy="219456"/>
          </a:xfrm>
          <a:prstGeom prst="rightArrow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286000" y="1965960"/>
            <a:ext cx="27432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F3621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28416" y="2185416"/>
            <a:ext cx="658368" cy="6583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F3621"/>
            </a:solidFill>
            <a:prstDash val="solid"/>
          </a:ln>
        </p:spPr>
      </p:sp>
      <p:pic>
        <p:nvPicPr>
          <p:cNvPr id="14" name="Image 2" descr="/tmp/claude-0/-home-claude/8ce9547a-5fb9-582a-9850-9e5bbb525687/scratchpad/ppt/icon_databric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506" y="2310506"/>
            <a:ext cx="408188" cy="40818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37744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Warehouse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2377440" y="3264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788920" y="411480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FDEAE6"/>
          </a:solidFill>
          <a:ln w="9525">
            <a:solidFill>
              <a:srgbClr val="FF362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788920" y="4114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compute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102352" y="3182112"/>
            <a:ext cx="365760" cy="219456"/>
          </a:xfrm>
          <a:prstGeom prst="rightArrow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0" y="19659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BF3E1"/>
          </a:solidFill>
          <a:ln w="19050">
            <a:solidFill>
              <a:srgbClr val="C99700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678424" y="2157984"/>
            <a:ext cx="530352" cy="530352"/>
          </a:xfrm>
          <a:prstGeom prst="ellipse">
            <a:avLst/>
          </a:prstGeom>
          <a:solidFill>
            <a:srgbClr val="C99700"/>
          </a:solidFill>
          <a:ln w="12700">
            <a:solidFill>
              <a:srgbClr val="C99700"/>
            </a:solidFill>
            <a:prstDash val="solid"/>
          </a:ln>
        </p:spPr>
      </p:sp>
      <p:pic>
        <p:nvPicPr>
          <p:cNvPr id="22" name="Image 3" descr="/tmp/claude-0/-home-claude/8ce9547a-5fb9-582a-9850-9e5bbb525687/scratchpad/ppt/icon_tab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753" y="2277313"/>
            <a:ext cx="291694" cy="29169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63640" y="2185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26364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business tables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715000" y="2807208"/>
            <a:ext cx="2194560" cy="0"/>
          </a:xfrm>
          <a:prstGeom prst="line">
            <a:avLst/>
          </a:prstGeom>
          <a:noFill/>
          <a:ln w="9525">
            <a:solidFill>
              <a:srgbClr val="C99700"/>
            </a:solidFill>
            <a:prstDash val="sysDot"/>
          </a:ln>
        </p:spPr>
      </p:sp>
      <p:sp>
        <p:nvSpPr>
          <p:cNvPr id="26" name="Text 20"/>
          <p:cNvSpPr txBox="1"/>
          <p:nvPr/>
        </p:nvSpPr>
        <p:spPr>
          <a:xfrm>
            <a:off x="5806440" y="2926080"/>
            <a:ext cx="2011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 1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 2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  <a:p>
            <a:pPr algn="l" marL="342900" indent="-342900">
              <a:spcAft>
                <a:spcPts val="700"/>
              </a:spcAft>
              <a:buSzPct val="100000"/>
              <a:buChar char="●"/>
            </a:pPr>
            <a:r>
              <a:rPr lang="en-US" sz="130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 n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8183880" y="2468880"/>
            <a:ext cx="502920" cy="201168"/>
          </a:xfrm>
          <a:prstGeom prst="leftArrow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732520" y="1965960"/>
            <a:ext cx="1463040" cy="1417320"/>
          </a:xfrm>
          <a:prstGeom prst="roundRect">
            <a:avLst>
              <a:gd name="adj" fmla="val 6452"/>
            </a:avLst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212580" y="2153412"/>
            <a:ext cx="502920" cy="502920"/>
          </a:xfrm>
          <a:prstGeom prst="ellips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</p:sp>
      <p:pic>
        <p:nvPicPr>
          <p:cNvPr id="30" name="Image 4" descr="/tmp/claude-0/-home-claude/8ce9547a-5fb9-582a-9850-9e5bbb525687/scratchpad/ppt/icon_schedu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737" y="2266569"/>
            <a:ext cx="276606" cy="27660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882396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8823960" y="30175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Notebook · Workflow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732520" y="3566160"/>
            <a:ext cx="1463040" cy="1051560"/>
          </a:xfrm>
          <a:prstGeom prst="roundRect">
            <a:avLst>
              <a:gd name="adj" fmla="val 8696"/>
            </a:avLst>
          </a:prstGeom>
          <a:solidFill>
            <a:srgbClr val="F7F5F2"/>
          </a:solidFill>
          <a:ln w="12700">
            <a:solidFill>
              <a:srgbClr val="1B313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897112" y="3886200"/>
            <a:ext cx="402336" cy="402336"/>
          </a:xfrm>
          <a:prstGeom prst="ellipse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</p:sp>
      <p:pic>
        <p:nvPicPr>
          <p:cNvPr id="35" name="Image 5" descr="/tmp/claude-0/-home-claude/8ce9547a-5fb9-582a-9850-9e5bbb525687/scratchpad/ppt/icon_noteboo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7638" y="3976726"/>
            <a:ext cx="221285" cy="22128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54312" y="3749040"/>
            <a:ext cx="749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&amp;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Gold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10469880" y="1965960"/>
            <a:ext cx="1188720" cy="2651760"/>
          </a:xfrm>
          <a:prstGeom prst="roundRect">
            <a:avLst>
              <a:gd name="adj" fmla="val 7692"/>
            </a:avLst>
          </a:prstGeom>
          <a:solidFill>
            <a:srgbClr val="F1F2F4"/>
          </a:solidFill>
          <a:ln w="19050">
            <a:solidFill>
              <a:srgbClr val="8A94A6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3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0835640" y="2148840"/>
            <a:ext cx="457200" cy="45720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pic>
        <p:nvPicPr>
          <p:cNvPr id="39" name="Image 6" descr="/tmp/claude-0/-home-claude/8ce9547a-5fb9-582a-9850-9e5bbb525687/scratchpad/ppt/icon_table_sil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8510" y="2251710"/>
            <a:ext cx="251460" cy="251460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0469880" y="2679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50" dirty="0"/>
          </a:p>
        </p:txBody>
      </p:sp>
      <p:sp>
        <p:nvSpPr>
          <p:cNvPr id="41" name="Shape 32"/>
          <p:cNvSpPr/>
          <p:nvPr/>
        </p:nvSpPr>
        <p:spPr>
          <a:xfrm>
            <a:off x="10607040" y="2971800"/>
            <a:ext cx="914400" cy="0"/>
          </a:xfrm>
          <a:prstGeom prst="line">
            <a:avLst/>
          </a:prstGeom>
          <a:noFill/>
          <a:ln w="9525">
            <a:solidFill>
              <a:srgbClr val="8A94A6"/>
            </a:solidFill>
            <a:prstDash val="sysDot"/>
          </a:ln>
        </p:spPr>
      </p:sp>
      <p:sp>
        <p:nvSpPr>
          <p:cNvPr id="42" name="Text 33"/>
          <p:cNvSpPr txBox="1"/>
          <p:nvPr/>
        </p:nvSpPr>
        <p:spPr>
          <a:xfrm>
            <a:off x="10561320" y="30632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SEP_Invoice</a:t>
            </a:r>
            <a:endParaRPr lang="en-US" sz="10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SEP_XXX</a:t>
            </a:r>
            <a:endParaRPr lang="en-US" sz="10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05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SEP_Table 29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457200" y="4983480"/>
            <a:ext cx="11292840" cy="566928"/>
          </a:xfrm>
          <a:prstGeom prst="roundRect">
            <a:avLst>
              <a:gd name="adj" fmla="val 50000"/>
            </a:avLst>
          </a:prstGeom>
          <a:solidFill>
            <a:srgbClr val="F7F5F2"/>
          </a:solidFill>
          <a:ln w="12700">
            <a:solidFill>
              <a:srgbClr val="DAD6CF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640080" y="4983480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architecture:  </a:t>
            </a:r>
            <a:pPr algn="ctr" indent="0" marL="0">
              <a:buNone/>
            </a:pPr>
            <a:r>
              <a:rPr lang="en-US" sz="125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pPr algn="ctr"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(cleansed source tables)  →  </a:t>
            </a:r>
            <a:pPr algn="ctr" indent="0" marL="0">
              <a:buNone/>
            </a:pPr>
            <a:r>
              <a:rPr lang="en-US" sz="125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pPr algn="ctr" indent="0" marL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(curated, report-ready tables)  →  </a:t>
            </a:r>
            <a:pPr algn="ctr" indent="0" marL="0">
              <a:buNone/>
            </a:pPr>
            <a:r>
              <a:rPr lang="en-US" sz="125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to the 7-Eleven report via API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cabhijithofficial@gmail.com</dc:creator>
  <cp:lastModifiedBy>cabhijithofficial@gmail.com</cp:lastModifiedBy>
  <cp:revision>1</cp:revision>
  <dcterms:created xsi:type="dcterms:W3CDTF">2026-09-22T10:17:43Z</dcterms:created>
  <dcterms:modified xsi:type="dcterms:W3CDTF">2026-09-22T10:17:43Z</dcterms:modified>
</cp:coreProperties>
</file>